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4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880360"/>
            <a:ext cx="548640" cy="73152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VetApp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CE8E3"/>
                </a:solidFill>
                <a:latin typeface="Calibri"/>
              </a:rPr>
              <a:t>Phase 2 — Abschlusspräsentation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80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6B3D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6B5A"/>
                </a:solidFill>
                <a:latin typeface="Calibri"/>
              </a:rPr>
              <a:t>Das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22860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" y="1115568"/>
            <a:ext cx="5212080" cy="2331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2120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212080" cy="91440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6B3D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Keine Übersicht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Haustierbesitzer verlieren den Überblick über Gesundheitshistorie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1115568"/>
            <a:ext cx="5212080" cy="2331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2120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212080" cy="91440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1887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6B3D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Vergessene Termine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Impfungen und Entwurmungen werden zu spät oder gar nicht wahrgenommen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630168"/>
            <a:ext cx="5212080" cy="2331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52120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5212080" cy="91440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6B3D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Keine zentrale Ablage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Dokumente, Befunde und Tierarzt-Kontakte sind überall verteilt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3630168"/>
            <a:ext cx="5212080" cy="2331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566160"/>
            <a:ext cx="52120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566160"/>
            <a:ext cx="5212080" cy="91440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6B3D"/>
                </a:solidFill>
                <a:latin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Kein smarter Assistent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091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Bei Symptomen gibt es keine schnelle erste Einschätzung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6B5A"/>
                </a:solidFill>
                <a:latin typeface="Calibri"/>
              </a:rPr>
              <a:t>Die Lösung: VetApp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6B3D"/>
                </a:solidFill>
                <a:latin typeface="Calibri"/>
              </a:rPr>
              <a:t>Eine App. Alle Tiere. Alles im Blick.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7432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77295" cy="77724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Die zentrale Plattform für Haustiergesundheit — mobil, sicher, intelligent.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2651760" cy="310896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2651760" cy="10972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6B5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Alle Tiere &amp;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Zentrale Datenhaltung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423160"/>
            <a:ext cx="2651760" cy="310896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423160"/>
            <a:ext cx="2651760" cy="10972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6B5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KI-Assistent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Smarte Begleitung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423160"/>
            <a:ext cx="2651760" cy="310896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423160"/>
            <a:ext cx="2651760" cy="10972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6B5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Erinnerungen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Nie wieder vergessen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423160"/>
            <a:ext cx="2651760" cy="310896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423160"/>
            <a:ext cx="2651760" cy="10972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514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6B5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246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Premium-Modell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7947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Nachhaltige Monetarisierung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Phase 2 — Abgeliefert 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6576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658368"/>
          </a:xfrm>
          <a:prstGeom prst="rect">
            <a:avLst/>
          </a:prstGeom>
          <a:solidFill>
            <a:srgbClr val="18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79575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9575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088136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React Native App (iOS &amp; Android)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62456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Aus einer Codebase, TypeScript Strict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83080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Supabase-Backend komplett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57400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PostgreSQL, Auth, Storage, Edge Functions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41448"/>
            <a:ext cx="10972800" cy="658368"/>
          </a:xfrm>
          <a:prstGeom prst="rect">
            <a:avLst/>
          </a:prstGeom>
          <a:solidFill>
            <a:srgbClr val="18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69464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94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78024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 Kern-Features implementiert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752344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Tiere, Events, Erinnerungen, KI, Dokumente, Tierarzt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64408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644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72968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Premium-Monetarisierung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47288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Paywall, Pro-Features, Free-Tier-Limits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31335"/>
            <a:ext cx="10972800" cy="658368"/>
          </a:xfrm>
          <a:prstGeom prst="rect">
            <a:avLst/>
          </a:prstGeom>
          <a:solidFill>
            <a:srgbClr val="18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959351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59351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67911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KI-Assistent mit Sicherheit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142231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Edge Function, Rate-Limiting, Auth-Header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54295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54295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562855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Security-Audit abgeschlossen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837175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8 Findings analysiert, 7 vollständig behoben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21224"/>
            <a:ext cx="10972800" cy="658368"/>
          </a:xfrm>
          <a:prstGeom prst="rect">
            <a:avLst/>
          </a:prstGeom>
          <a:solidFill>
            <a:srgbClr val="18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349240"/>
            <a:ext cx="402336" cy="40233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349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257800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Auf echtem Gerät getestet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32120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E3"/>
                </a:solidFill>
                <a:latin typeface="Calibri"/>
              </a:rPr>
              <a:t>iOS, alle 10 Smoke-Tests bestanden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80176" y="0"/>
            <a:ext cx="6211519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C6B3D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6B5A"/>
                </a:solidFill>
                <a:latin typeface="Calibri"/>
              </a:rPr>
              <a:t>Tierverwaltung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Alle Haustiere an einem Ort — mit vollem Überblick.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18288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Name, Tierart, Geburtsdatum, Foto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Tier-Detailseite mit Parallax-Header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Gesundheitshistorie auf einen Blick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Free: 1 Tier — Pro: unlimitiert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0F7F5"/>
          </a:solidFill>
          <a:ln w="1905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6B5A"/>
                </a:solidFill>
                <a:latin typeface="Calibri"/>
              </a:rPr>
              <a:t>1 vs 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Free Tiere vs. Pro Tiere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Sanftes Limit motiviert den Upgrade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80176" y="0"/>
            <a:ext cx="6211519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C6B3D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6B5A"/>
                </a:solidFill>
                <a:latin typeface="Calibri"/>
              </a:rPr>
              <a:t>Gesundheits-Events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Jede Behandlung, jede Impfung — lückenlos dokumentiert.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18288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6 Event-Typen (Impfung, Medikament, Tierarzt u.a.)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Wiederholungen: täglich bis jährlich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Vollständige Bearbeitbarkeit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Pro: Entwurmung, Vorsorge, Eigener Typ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0F7F5"/>
          </a:solidFill>
          <a:ln w="1905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6B5A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Event-Typen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4 Wiederholungsintervalle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80176" y="0"/>
            <a:ext cx="6211519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C6B3D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6B5A"/>
                </a:solidFill>
                <a:latin typeface="Calibri"/>
              </a:rPr>
              <a:t>Erinnerungen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Nie wieder einen Termin vergessen — nur was wirklich relevant 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18288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30-Tage-Horizont-Filter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Überfällig-Markierung mit rotem Rand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Slide-Out-Animation beim Abhaken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Wiederholende Erinnerungen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0F7F5"/>
          </a:solidFill>
          <a:ln w="1905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6B5A"/>
                </a:solidFill>
                <a:latin typeface="Calibri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Tage Horizont-Filter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Smarter Filter — kein Rauschen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80176" y="0"/>
            <a:ext cx="6211519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C6B3D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6B5A"/>
                </a:solidFill>
                <a:latin typeface="Calibri"/>
              </a:rPr>
              <a:t>KI-Assistent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Erste Einschätzungen — sicher, schnell, direkt in der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18288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Chat-Assistent für Haustiergesundheit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Sicherer Backend-Aufruf (kein API-Key im Client)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Rate-Limiting gegen Missbrauch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Hinweis: kein Ersatz für Tierarzt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0F7F5"/>
          </a:solidFill>
          <a:ln w="1905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228600"/>
            <a:ext cx="914400" cy="365760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6B5A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Kein API-Key im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Sicher via Supabase Edge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80176" y="0"/>
            <a:ext cx="6211519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C6B3D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6B5A"/>
                </a:solidFill>
                <a:latin typeface="Calibri"/>
              </a:rPr>
              <a:t>Dokumente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Befunde, Impfpässe, Dokumente — immer griffbereit.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18288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Upload pro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Supabase 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Signierte URLs (1h Ablauf)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Sichere Dateinamen-Sanitierung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0F7F5"/>
          </a:solidFill>
          <a:ln w="1905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228600"/>
            <a:ext cx="914400" cy="365760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28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6B5A"/>
                </a:solidFill>
                <a:latin typeface="Calibri"/>
              </a:rPr>
              <a:t>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URL-Ablaufzeit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Maximale Sicherheit für Dokumente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80176" y="0"/>
            <a:ext cx="6211519" cy="6858000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6576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C6B3D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6B5A"/>
                </a:solidFill>
                <a:latin typeface="Calibri"/>
              </a:rPr>
              <a:t>Tierarzt-Kontakt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Der Tierarzt — immer einen Tap entfernt.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18288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Name, Praxis, Telefon, E-Mail, Adresse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Direktanruf per Tap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212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65836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Jederzeit bearbeitbar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0F7F5"/>
          </a:solidFill>
          <a:ln w="1905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B6B5A"/>
                </a:solidFill>
                <a:latin typeface="Calibri"/>
              </a:rPr>
              <a:t>1 Tap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Direktanruf aus der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Sofort erreichbar bei Notfällen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6B5A"/>
                </a:solidFill>
                <a:latin typeface="Calibri"/>
              </a:rPr>
              <a:t>Monetarisierung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029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029200" cy="118872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344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6B5A"/>
                </a:solidFill>
                <a:latin typeface="Calibri"/>
              </a:rPr>
              <a:t>0 €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✓  1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✓  Basis-Events (Impfung, Medikament, Tierarztbesuch)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7822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✓  Erinnerungen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8289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✓  Tierarzt-Kontakt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914400"/>
            <a:ext cx="5394960" cy="5394960"/>
          </a:xfrm>
          <a:prstGeom prst="rect">
            <a:avLst/>
          </a:prstGeom>
          <a:solidFill>
            <a:srgbClr val="1B6B5A"/>
          </a:solidFill>
          <a:ln w="25400">
            <a:solidFill>
              <a:srgbClr val="CC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914400"/>
            <a:ext cx="5394960" cy="1371600"/>
          </a:xfrm>
          <a:prstGeom prst="rect">
            <a:avLst/>
          </a:prstGeom>
          <a:solidFill>
            <a:srgbClr val="14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4447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C6B3D"/>
                </a:solidFill>
                <a:latin typeface="Calibri"/>
              </a:rPr>
              <a:t>4,99 €/Monat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oder 39,99 €/Jahr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688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6B3D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68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Unlimitierte Tiere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004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6B3D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200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Alle Event-Typen &amp; Wiederholungen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6B3D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Dokumente-Upload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6634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6B3D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63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KI-Assistent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3949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6B3D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394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Alle zukünftigen Pro-Features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6B5A"/>
                </a:solidFill>
                <a:latin typeface="Calibri"/>
              </a:rPr>
              <a:t>Technische Umsetzung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97480" cy="420624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10972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6B5A"/>
                </a:solidFill>
                <a:latin typeface="Calibri"/>
              </a:rPr>
              <a:t>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React Native + Expo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iOS &amp; Android aus einer Codebase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97480" cy="420624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97480" cy="10972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6B3D"/>
                </a:solidFill>
                <a:latin typeface="Calibri"/>
              </a:rPr>
              <a:t>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TypeScript 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718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0 Fehler — vollständig typisiert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697480" cy="420624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697480" cy="10972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6B5A"/>
                </a:solidFill>
                <a:latin typeface="Calibri"/>
              </a:rPr>
              <a:t>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Supabase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718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DB, Auth, Storage, Edge Functions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697480" cy="420624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697480" cy="10972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59" y="14173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6B3D"/>
                </a:solidFill>
                <a:latin typeface="Calibr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KI via Edge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9718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Sicher, kein API-Key im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6B5A"/>
                </a:solidFill>
                <a:latin typeface="Calibri"/>
              </a:rPr>
              <a:t>Qualität &amp; Sicherheit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B6B5A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TypeScript-Fehler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C6B3D"/>
                </a:solidFill>
                <a:latin typeface="Calibri"/>
              </a:rPr>
              <a:t>7/8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Security Findings behoben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0060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B6B5A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Smoke-Tests bestanden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143000"/>
            <a:ext cx="71323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143000"/>
            <a:ext cx="54864" cy="84124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Security-Audit durchgeführt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6362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Rate-Limiting, Auth-Header, sichere URLs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48840"/>
            <a:ext cx="71323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148840"/>
            <a:ext cx="54864" cy="84124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194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TypeScript Strict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56946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0 Fehler, vollständig typisiert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154680"/>
            <a:ext cx="71323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154680"/>
            <a:ext cx="54864" cy="84124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2004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10 Smoke-Test-Szenarien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57530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Auth bis KI-Assistent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160520"/>
            <a:ext cx="71323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160520"/>
            <a:ext cx="54864" cy="84124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Erfolgreich auf echtem iOS-Gerät getestet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58114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Kein Simulator-Only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5166360"/>
            <a:ext cx="71323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5166360"/>
            <a:ext cx="54864" cy="84124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2120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__DEV__-Guards für alle Logging-Ausgaben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58698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Kein Debug-Output in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Phase 3 — Was kommt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10972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6B3D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RevenueCat IAP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Echte In-App-Käufe für App Store &amp; Play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97480" cy="10972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6B3D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KI mit Tool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260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Assistent greift aktiv auf Tierdaten zu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97480" cy="10972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6B3D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Animationen &amp; Feinschliff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Polished UX für den Store-Launch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97480" cy="109728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087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6B3D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App Store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2608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Submission, Review, Go-Live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6B5A"/>
                </a:solidFill>
                <a:latin typeface="Calibri"/>
              </a:rPr>
              <a:t>Nächste Schritte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6576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0700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Phase 2 Abnahme bestätigen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4591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Formale Abnahme des abgelieferten Scopes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731520" cy="73152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786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Phase 3 beauftragen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175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Scope &amp; Timeline für RevenueCat, KI Tool Use,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731520" cy="73152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502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RevenueCat-Account einrichten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89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Apple Developer + Google Play Zugänge vorbereiten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120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440680"/>
            <a:ext cx="731520" cy="731520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21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Zieldatum App Store festlegen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760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Submission-Termin für iOS &amp; Android definieren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45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Danke.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71800"/>
            <a:ext cx="1371600" cy="54864"/>
          </a:xfrm>
          <a:prstGeom prst="rect">
            <a:avLst/>
          </a:prstGeom>
          <a:solidFill>
            <a:srgbClr val="CC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E8E3"/>
                </a:solidFill>
                <a:latin typeface="Calibri"/>
              </a:rPr>
              <a:t>Fragen &amp; Diskussion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6B3D"/>
                </a:solidFill>
                <a:latin typeface="Calibri"/>
              </a:rPr>
              <a:t>[Kontakt einfügen]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